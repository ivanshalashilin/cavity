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85" d="100"/>
          <a:sy n="85" d="100"/>
        </p:scale>
        <p:origin x="867" y="5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C0197-DD53-6CF6-279F-08FD15417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00BD7-838D-89A2-DCB5-4E6A5A4F7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C20BD-EF07-0F46-E22D-A0C251EAC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0744C-E2B8-8DC8-2D31-A55E68B9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D60DA-D77D-209B-B96C-D2E419BB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80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6CFB-2572-CFB0-755E-266BCE25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3FBF-A7DC-5DCE-D6B0-5A198C3C1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F6339-E550-B124-D04F-CCC5DEFFF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7FFE1-DAF4-9535-8B9F-47EA0C67B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B5E47-E2C5-A55C-114D-AF33F96EF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6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C561D-A656-F053-D828-8AF638EAE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7F725-1DB1-B09D-5909-E7DB65230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F2161-2245-732A-9A4D-283BD16A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51748-28F7-EFAB-2D72-6597A27C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A4F8C-A1C0-D747-598B-C422B1D5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5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F307E-E983-2428-C501-DFBB6A23E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5B340-BADD-EB6E-28C9-6443EB0F0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1C66C-933E-C7D4-8BB9-18EC26295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25B30-D4E2-2967-2338-23AF4C88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792A5-FF0C-AFA0-C1DD-88311FAA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3472B-A53E-217E-E2B0-2422ADE0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3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55138-B562-2495-956E-C6A23A9A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EA56A-EA10-E4BE-3F3A-EA9DECB5E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E6EBB-0AD0-CFB5-CBAC-2C0EBBFF6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2C0A92-3B5A-B1D6-B0EB-174F586C3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BF6871-9183-7F32-84D1-B4F23022D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6A238A-D913-1061-BD61-1647FC30E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622479-1D6A-2825-6A57-18DEB525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27A91-153D-C1E4-0FE4-9596BBF7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36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E599-7BD2-C035-3D53-7E8CEA5D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211A91-2EE1-F88E-3783-D9359B42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14B3D-1EA8-8BA1-04F5-C7563F72B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CADD5-1311-6577-E9C3-AD485121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8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66E26-44C9-1AEC-58A5-CE7168E4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8963F-0FFD-A855-294F-71F5B1D28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EB1DA-47AA-4E6C-D87E-E278B6FD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02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37F9-516D-B6AD-B8D7-85FAE3910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DA46F-0A4C-EBAC-5B83-90791F783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28BD5-E441-AD7A-03F1-F1070DF6E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3B7F0-D889-119C-0484-7552D3C7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66263-DABE-94BD-57DE-B69169A57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CFC06-4458-C7B3-3C2A-E603BAF2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11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8701-608C-8726-D614-C03C068AF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78A590-23CE-9065-CA5E-B6526DA555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BB40F-3BC6-A80A-3A88-C3D95623C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F1F8F-8DFC-95A3-74C1-7027E32EE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96D56-046D-DCCF-985D-41F7241C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D65BF-E7E0-256C-C09E-F730EE6AA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09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3CF29-E5AA-EC70-82C9-6617F867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99680-81CB-F902-8FFE-244149757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BBC73-E2BC-9476-FB92-0E53AA1EE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2C7DF-D573-6E7C-451D-21D8B26AC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9AF1F-9829-614D-47C9-E70E7F78D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9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F814B7-39F8-21BB-B606-4738C248C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9D274-DDC7-C44F-15BE-86C7B612A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434CD-6DE9-F0A8-859F-2C4648574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BE09C-4A1B-38D0-44CD-A566750D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D47C8-8EF5-F564-66B8-A0785737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5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2942C9-7CC3-935E-5AFB-20E1DF926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DCC06-AF6C-120C-9FC7-861432D33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6D9BE-2A0F-5AD5-90C0-567E1FE28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48C69-9B7C-430E-98AC-207CCC13A5B8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9DC20-09B4-1EC3-9863-C5E31C640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2CCA7-ED8E-2824-A21F-363D145B2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25E47-B408-493E-A78F-07FE7ADAF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7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24262A-04CE-C864-953B-6BAA60369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318" y="887896"/>
            <a:ext cx="7287009" cy="508220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4986E4-D4EC-28A6-9D8F-F97E1BC7F8E5}"/>
              </a:ext>
            </a:extLst>
          </p:cNvPr>
          <p:cNvCxnSpPr>
            <a:cxnSpLocks/>
          </p:cNvCxnSpPr>
          <p:nvPr/>
        </p:nvCxnSpPr>
        <p:spPr>
          <a:xfrm>
            <a:off x="2155687" y="1571708"/>
            <a:ext cx="1071383" cy="227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8951E2-364D-5205-C0EF-5AA626267BB1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1922388" y="2362597"/>
            <a:ext cx="1316816" cy="133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3899C8-CD7A-4AAD-67A9-6BE016B56581}"/>
              </a:ext>
            </a:extLst>
          </p:cNvPr>
          <p:cNvCxnSpPr>
            <a:cxnSpLocks/>
          </p:cNvCxnSpPr>
          <p:nvPr/>
        </p:nvCxnSpPr>
        <p:spPr>
          <a:xfrm flipV="1">
            <a:off x="2274570" y="2946184"/>
            <a:ext cx="1043940" cy="288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18F47A-497D-71B3-48C2-185E9EAF7852}"/>
              </a:ext>
            </a:extLst>
          </p:cNvPr>
          <p:cNvSpPr txBox="1"/>
          <p:nvPr/>
        </p:nvSpPr>
        <p:spPr>
          <a:xfrm>
            <a:off x="4709684" y="157347"/>
            <a:ext cx="2393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Shows DAQ output over only last few samples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2D57FE-9809-0FE6-8864-D5CE05641747}"/>
              </a:ext>
            </a:extLst>
          </p:cNvPr>
          <p:cNvSpPr txBox="1"/>
          <p:nvPr/>
        </p:nvSpPr>
        <p:spPr>
          <a:xfrm>
            <a:off x="117892" y="1947098"/>
            <a:ext cx="1804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Data rate &amp; samples per channel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C77667-6AB3-F3B1-D0B1-35F8316E600C}"/>
              </a:ext>
            </a:extLst>
          </p:cNvPr>
          <p:cNvSpPr txBox="1"/>
          <p:nvPr/>
        </p:nvSpPr>
        <p:spPr>
          <a:xfrm>
            <a:off x="497122" y="3128875"/>
            <a:ext cx="1859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Ports on Hardware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9C7062-9E50-3252-5EDB-2225CEF26874}"/>
              </a:ext>
            </a:extLst>
          </p:cNvPr>
          <p:cNvCxnSpPr>
            <a:cxnSpLocks/>
          </p:cNvCxnSpPr>
          <p:nvPr/>
        </p:nvCxnSpPr>
        <p:spPr>
          <a:xfrm>
            <a:off x="6484730" y="684475"/>
            <a:ext cx="168027" cy="688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63FC761-EE31-4443-DC4E-DB6CD3038313}"/>
              </a:ext>
            </a:extLst>
          </p:cNvPr>
          <p:cNvCxnSpPr>
            <a:cxnSpLocks/>
          </p:cNvCxnSpPr>
          <p:nvPr/>
        </p:nvCxnSpPr>
        <p:spPr>
          <a:xfrm flipH="1">
            <a:off x="9332257" y="684475"/>
            <a:ext cx="271152" cy="688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B8AC87E-52C8-AD42-787D-BB784ABE5B50}"/>
              </a:ext>
            </a:extLst>
          </p:cNvPr>
          <p:cNvSpPr txBox="1"/>
          <p:nvPr/>
        </p:nvSpPr>
        <p:spPr>
          <a:xfrm>
            <a:off x="674760" y="1080758"/>
            <a:ext cx="1722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How often data is collected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25C61E-FB4E-3832-D0BA-A2D29B5A89C6}"/>
              </a:ext>
            </a:extLst>
          </p:cNvPr>
          <p:cNvSpPr txBox="1"/>
          <p:nvPr/>
        </p:nvSpPr>
        <p:spPr>
          <a:xfrm>
            <a:off x="8513096" y="156927"/>
            <a:ext cx="2393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DAQ output since last data collection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90A8A4-CCAE-A807-6B20-DB2FD61F0006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9709836" y="4366935"/>
            <a:ext cx="542929" cy="328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4167D01-0302-CD5B-84C8-FCB61A5707F3}"/>
              </a:ext>
            </a:extLst>
          </p:cNvPr>
          <p:cNvSpPr txBox="1"/>
          <p:nvPr/>
        </p:nvSpPr>
        <p:spPr>
          <a:xfrm>
            <a:off x="10252765" y="4074547"/>
            <a:ext cx="1566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View all four thermocouples</a:t>
            </a:r>
          </a:p>
        </p:txBody>
      </p:sp>
    </p:spTree>
    <p:extLst>
      <p:ext uri="{BB962C8B-B14F-4D97-AF65-F5344CB8AC3E}">
        <p14:creationId xmlns:p14="http://schemas.microsoft.com/office/powerpoint/2010/main" val="3156708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176D-6B1D-842F-772D-1872D1F7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Oshort &#10;Finite Sam les &#10;Thermo Loop Timer Met? &#10;Analog ID DSL &#10;NChan ISamp &#10;Sample Clock &#10;lock &#10;True &#10;Waveform Chart 3 &#10;Waveform Chart 5 &#10;Waveform Chart 4 &#10;Thermo Graph &#10;Waveform Chart 6 &#10;Voltage I Chart &#10;101 &#10;Oshort &#10;Data Rate &#10;True &#10;Iteratioh &#10;Voltage Loop Timer Met? &#10;Voltage I &#10;Graph ">
            <a:extLst>
              <a:ext uri="{FF2B5EF4-FFF2-40B4-BE49-F238E27FC236}">
                <a16:creationId xmlns:a16="http://schemas.microsoft.com/office/drawing/2014/main" id="{8A629B34-3262-B562-97EF-27FA3BF05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243" y="365125"/>
            <a:ext cx="9095771" cy="641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458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941D-7587-1BB9-49FA-3A1340CF9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265EA-8A1A-B409-21E7-F3108DA4B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hannels: &#10;Tem 1 (C) &#10;Tem &#10;Tem &#10;Tem &#10;Dev6/aiO, Dev6/aiI , Dev6/ai2, Dev6/ai3 &#10;• Samples to &#10;•read: &#10;obelin\OneDnve - 1m emal Colle e London\Deskto \CaV &#10;Al Temp TC &#10;ait per data collection ">
            <a:extLst>
              <a:ext uri="{FF2B5EF4-FFF2-40B4-BE49-F238E27FC236}">
                <a16:creationId xmlns:a16="http://schemas.microsoft.com/office/drawing/2014/main" id="{ABE9CAB9-FE55-366F-76B7-73BE8A011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963" y="0"/>
            <a:ext cx="8220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364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32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Edginton, Jacob</dc:creator>
  <cp:lastModifiedBy>Edginton, Jacob</cp:lastModifiedBy>
  <cp:revision>1</cp:revision>
  <dcterms:created xsi:type="dcterms:W3CDTF">2024-07-19T19:14:16Z</dcterms:created>
  <dcterms:modified xsi:type="dcterms:W3CDTF">2024-07-19T20:08:12Z</dcterms:modified>
</cp:coreProperties>
</file>